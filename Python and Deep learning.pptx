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7" r:id="rId3"/>
    <p:sldId id="278" r:id="rId4"/>
    <p:sldId id="279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15:32:34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15:32:50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15:33:05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15:33:18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15:33:28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15:33:42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15:32:09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63415" y="65405"/>
            <a:ext cx="749998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en-US" altLang="zh-CN"/>
              <a:t>Practical Software Engineering for Mechatronic System</a:t>
            </a:r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44645" y="429895"/>
            <a:ext cx="7910195" cy="152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Python and Deep learning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Dr Xiaoming Li</a:t>
            </a:r>
            <a:endParaRPr lang="en-US" altLang="zh-CN"/>
          </a:p>
          <a:p>
            <a:r>
              <a:rPr lang="en-US" altLang="zh-CN"/>
              <a:t>(lxm@lxm.name)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15:32:34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Main contents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Python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70525" y="2185670"/>
            <a:ext cx="58832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ym typeface="+mn-ea"/>
              </a:rPr>
              <a:t>Life is short, you need Python</a:t>
            </a:r>
            <a:endParaRPr lang="zh-CN" altLang="en-US" sz="3600"/>
          </a:p>
          <a:p>
            <a:pPr algn="r"/>
            <a:r>
              <a:rPr lang="zh-CN" altLang="en-US" sz="3600">
                <a:sym typeface="+mn-ea"/>
              </a:rPr>
              <a:t>-- Bruce Eckel</a:t>
            </a:r>
            <a:endParaRPr lang="zh-CN" altLang="en-US" sz="36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Times New Roman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lxm</dc:creator>
  <cp:lastModifiedBy>lxm</cp:lastModifiedBy>
  <cp:revision>38</cp:revision>
  <dcterms:created xsi:type="dcterms:W3CDTF">2018-10-17T11:48:00Z</dcterms:created>
  <dcterms:modified xsi:type="dcterms:W3CDTF">2018-10-17T11:48:00Z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2052-10.1.0.6634</vt:lpwstr>
  </property>
</Properties>
</file>