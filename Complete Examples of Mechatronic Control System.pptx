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9" r:id="rId4"/>
    <p:sldId id="257" r:id="rId5"/>
    <p:sldId id="258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charset="0"/>
          <a:ea typeface="SimSun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x-none" altLang="en-US" sz="2800"/>
              <a:t>Complete Examples of Mechatronic Control System</a:t>
            </a:r>
            <a:endParaRPr lang="x-none" altLang="en-US" sz="2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x-none" altLang="en-US" sz="2400"/>
              <a:t>Chapter 4</a:t>
            </a:r>
            <a:endParaRPr lang="x-none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What's inside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Give concepts of mechtronic control system</a:t>
            </a:r>
            <a:endParaRPr lang="x-none" altLang="en-US"/>
          </a:p>
          <a:p>
            <a:r>
              <a:rPr lang="x-none" altLang="en-US"/>
              <a:t>Open loop and close loop (feedback control)</a:t>
            </a:r>
            <a:endParaRPr lang="x-none" altLang="en-US"/>
          </a:p>
          <a:p>
            <a:r>
              <a:rPr lang="x-none" altLang="en-US"/>
              <a:t>How to do real mechtronic system with Arduino</a:t>
            </a:r>
            <a:endParaRPr lang="x-non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Examples of Mechatronic Control System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Temperature control</a:t>
            </a:r>
            <a:endParaRPr lang="x-none" altLang="en-US"/>
          </a:p>
          <a:p>
            <a:r>
              <a:rPr lang="x-none" altLang="en-US"/>
              <a:t>DC motor control</a:t>
            </a:r>
            <a:endParaRPr lang="x-none" altLang="en-US"/>
          </a:p>
          <a:p>
            <a:r>
              <a:rPr lang="x-none" altLang="en-US"/>
              <a:t>DC motor feedback control</a:t>
            </a:r>
            <a:endParaRPr lang="x-none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Temperature Control System</a:t>
            </a:r>
            <a:endParaRPr lang="x-none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77820" y="1174750"/>
            <a:ext cx="643509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Temperature Control System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Sensor (Transducer)</a:t>
            </a:r>
            <a:endParaRPr lang="x-none" altLang="en-US"/>
          </a:p>
          <a:p>
            <a:pPr lvl="1"/>
            <a:r>
              <a:rPr lang="x-none" altLang="en-US" sz="2800"/>
              <a:t>Analog or Digital</a:t>
            </a:r>
            <a:endParaRPr lang="x-none" altLang="en-US" sz="2800"/>
          </a:p>
          <a:p>
            <a:r>
              <a:rPr lang="x-none" altLang="en-US"/>
              <a:t>Actuator (Transducer, Heater)</a:t>
            </a:r>
            <a:endParaRPr lang="x-none" altLang="en-US"/>
          </a:p>
          <a:p>
            <a:r>
              <a:rPr lang="x-none" altLang="en-US"/>
              <a:t>Controller</a:t>
            </a:r>
            <a:endParaRPr lang="x-none" altLang="en-US"/>
          </a:p>
          <a:p>
            <a:pPr lvl="1"/>
            <a:r>
              <a:rPr lang="x-none" altLang="en-US"/>
              <a:t>Interface (Hardware)</a:t>
            </a:r>
            <a:endParaRPr lang="x-none" altLang="en-US"/>
          </a:p>
          <a:p>
            <a:pPr lvl="1"/>
            <a:r>
              <a:rPr lang="x-none" altLang="en-US"/>
              <a:t>Algorithms (Software)</a:t>
            </a:r>
            <a:endParaRPr lang="x-none" altLang="en-US"/>
          </a:p>
          <a:p>
            <a:pPr lvl="2"/>
            <a:r>
              <a:rPr lang="x-none" altLang="en-US"/>
              <a:t>Bang-Bang Controller</a:t>
            </a:r>
            <a:endParaRPr lang="x-none" altLang="en-US"/>
          </a:p>
          <a:p>
            <a:pPr lvl="2"/>
            <a:r>
              <a:rPr lang="x-none" altLang="en-US"/>
              <a:t>PID controller</a:t>
            </a:r>
            <a:endParaRPr lang="x-none" altLang="en-US"/>
          </a:p>
          <a:p>
            <a:pPr lvl="1"/>
            <a:r>
              <a:rPr lang="x-none" altLang="en-US"/>
              <a:t>Hardware-software coupling</a:t>
            </a:r>
            <a:endParaRPr lang="x-none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DC-Motor Control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How DC motor works</a:t>
            </a:r>
            <a:endParaRPr lang="x-none" altLang="en-US"/>
          </a:p>
          <a:p>
            <a:r>
              <a:rPr lang="x-none" altLang="en-US"/>
              <a:t>DC-motor driver</a:t>
            </a:r>
            <a:endParaRPr lang="x-none" altLang="en-US"/>
          </a:p>
          <a:p>
            <a:pPr lvl="1"/>
            <a:r>
              <a:rPr lang="x-none" altLang="en-US"/>
              <a:t>H-Bridge Circuit</a:t>
            </a:r>
            <a:endParaRPr lang="x-none" altLang="en-US"/>
          </a:p>
          <a:p>
            <a:pPr lvl="1"/>
            <a:r>
              <a:rPr lang="x-none" altLang="en-US"/>
              <a:t>PWM</a:t>
            </a:r>
            <a:endParaRPr lang="x-none" altLang="en-US"/>
          </a:p>
          <a:p>
            <a:pPr lvl="0"/>
            <a:r>
              <a:rPr lang="x-none" altLang="en-US"/>
              <a:t>Inteface</a:t>
            </a:r>
            <a:endParaRPr lang="x-none" altLang="en-US"/>
          </a:p>
          <a:p>
            <a:pPr lvl="1"/>
            <a:r>
              <a:rPr lang="x-none" altLang="en-US"/>
              <a:t>PWM &lt;-&gt; Speed</a:t>
            </a:r>
            <a:endParaRPr lang="x-none" altLang="en-US"/>
          </a:p>
          <a:p>
            <a:pPr lvl="1"/>
            <a:r>
              <a:rPr lang="x-none" altLang="en-US"/>
              <a:t>DO &lt;-&gt; Direction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4330" y="1087120"/>
            <a:ext cx="4735195" cy="4735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DC-Motor Control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Algorithms:</a:t>
            </a:r>
            <a:endParaRPr lang="x-none" altLang="en-US"/>
          </a:p>
          <a:p>
            <a:pPr lvl="1"/>
            <a:r>
              <a:rPr lang="x-none" altLang="en-US"/>
              <a:t>Open-loop: </a:t>
            </a:r>
            <a:endParaRPr lang="x-none" altLang="en-US"/>
          </a:p>
          <a:p>
            <a:pPr lvl="2"/>
            <a:r>
              <a:rPr lang="x-none" altLang="en-US" sz="2050">
                <a:sym typeface="+mn-ea"/>
              </a:rPr>
              <a:t>analogWrite(pwmPort, speed)</a:t>
            </a:r>
            <a:endParaRPr lang="x-none" altLang="en-US" sz="2050"/>
          </a:p>
          <a:p>
            <a:pPr lvl="2"/>
            <a:r>
              <a:rPr lang="x-none" altLang="en-US" sz="2050">
                <a:sym typeface="+mn-ea"/>
              </a:rPr>
              <a:t>digitalWrite(dirPort, dir)</a:t>
            </a:r>
            <a:endParaRPr lang="x-none" altLang="en-US"/>
          </a:p>
          <a:p>
            <a:pPr lvl="1"/>
            <a:r>
              <a:rPr lang="x-none" altLang="en-US"/>
              <a:t>Close-loop: </a:t>
            </a:r>
            <a:endParaRPr lang="x-none" altLang="en-US"/>
          </a:p>
          <a:p>
            <a:pPr lvl="2"/>
            <a:r>
              <a:rPr lang="x-none" altLang="en-US"/>
              <a:t>feedback control (PID)</a:t>
            </a:r>
            <a:endParaRPr lang="x-none" altLang="en-US"/>
          </a:p>
          <a:p>
            <a:pPr lvl="2"/>
            <a:r>
              <a:rPr lang="x-none" altLang="en-US"/>
              <a:t>Optical Encoder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5195" y="2218055"/>
            <a:ext cx="5568950" cy="3526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DC-Motor Feedback Control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4953000"/>
          </a:xfrm>
        </p:spPr>
        <p:txBody>
          <a:bodyPr/>
          <a:p>
            <a:r>
              <a:rPr lang="x-none" altLang="en-US"/>
              <a:t>Velocity Control</a:t>
            </a:r>
            <a:endParaRPr lang="x-none" altLang="en-US"/>
          </a:p>
          <a:p>
            <a:pPr lvl="1"/>
            <a:r>
              <a:rPr lang="x-none" altLang="en-US" sz="2800"/>
              <a:t>Inner-loop</a:t>
            </a:r>
            <a:endParaRPr lang="x-none" altLang="en-US" sz="2800"/>
          </a:p>
          <a:p>
            <a:r>
              <a:rPr lang="x-none" altLang="en-US"/>
              <a:t>Position Control</a:t>
            </a:r>
            <a:endParaRPr lang="x-none" altLang="en-US"/>
          </a:p>
          <a:p>
            <a:pPr lvl="1"/>
            <a:r>
              <a:rPr lang="x-none" altLang="en-US"/>
              <a:t>Outer-loop</a:t>
            </a:r>
            <a:endParaRPr lang="x-none" altLang="en-US"/>
          </a:p>
          <a:p>
            <a:pPr lvl="0"/>
            <a:r>
              <a:rPr lang="x-none" altLang="en-US"/>
              <a:t>Speed sensor or Position sensor?</a:t>
            </a:r>
            <a:endParaRPr lang="x-none" altLang="en-US"/>
          </a:p>
          <a:p>
            <a:pPr lvl="1"/>
            <a:r>
              <a:rPr lang="x-none" altLang="en-US"/>
              <a:t>Speed: integral</a:t>
            </a:r>
            <a:endParaRPr lang="x-none" altLang="en-US"/>
          </a:p>
          <a:p>
            <a:pPr lvl="1"/>
            <a:r>
              <a:rPr lang="x-none" altLang="en-US"/>
              <a:t>Positon: differential</a:t>
            </a:r>
            <a:endParaRPr lang="x-none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Conclusion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Pattern: "Sensor + Arduino + Actuator"</a:t>
            </a:r>
            <a:endParaRPr lang="x-none" altLang="en-US"/>
          </a:p>
          <a:p>
            <a:r>
              <a:rPr lang="x-none" altLang="en-US"/>
              <a:t>Software: Algorithms &amp; Control Cycle</a:t>
            </a:r>
            <a:endParaRPr lang="x-none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charset="0"/>
            <a:ea typeface="SimSun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Kingsoft Office WPP</Application>
  <PresentationFormat>Widescreen</PresentationFormat>
  <Paragraphs>65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Green Color</vt:lpstr>
      <vt:lpstr>Complete Examples of Mechatronic Control System</vt:lpstr>
      <vt:lpstr>What's inside</vt:lpstr>
      <vt:lpstr>Examples of Mechatronic Control System</vt:lpstr>
      <vt:lpstr>Temperature Control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Examples of Mechatronic Control System</dc:title>
  <dc:creator>lxm</dc:creator>
  <cp:lastModifiedBy>lxm</cp:lastModifiedBy>
  <cp:revision>8</cp:revision>
  <dcterms:created xsi:type="dcterms:W3CDTF">2017-04-10T05:14:29Z</dcterms:created>
  <dcterms:modified xsi:type="dcterms:W3CDTF">2017-04-10T05:14:29Z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